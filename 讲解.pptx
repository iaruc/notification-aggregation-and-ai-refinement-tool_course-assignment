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6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学讯聚合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100584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多源校园通知 · AI 精炼 · 微信触达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人工智能基础 · 课程答辩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73152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答辩人：</a:t>
            </a:r>
            <a:r>
              <a:rPr lang="zh-CN"/>
              <a:t>张</a:t>
            </a:r>
            <a:r>
              <a:t>之豫  |  学号：10255000445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6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学讯聚合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0789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01 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1664208"/>
            <a:ext cx="1645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02 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03 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30540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04 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712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05 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43708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06 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1148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痛点：通知太多，真正重要的反而找不到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417320"/>
            <a:ext cx="30175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渠道分散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1488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微信 / QQ / 学习通</a:t>
            </a:r>
            <a:br/>
            <a:r>
              <a:t>邮件 / 短信 五处切换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417320"/>
            <a:ext cx="30175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噪音干扰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1488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拼单、游戏、营销淹没教务信息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1417320"/>
            <a:ext cx="30175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记忆成本高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1488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截止时间、地点易遗漏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5196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目标用户：课业繁忙、信息过载的大学生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6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学讯聚合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0789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01 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02 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2322576"/>
            <a:ext cx="1645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03 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30540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04 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712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05 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43708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06 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1148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方案：聚合 → 精炼 → 推送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508760"/>
            <a:ext cx="21945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6995" y="1913255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多源汇聚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508760"/>
            <a:ext cx="21945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1735" y="1913255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智能筛选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508760"/>
            <a:ext cx="21945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1865" y="1847215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AI 摘要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508760"/>
            <a:ext cx="21945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1995" y="1847215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模拟触达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97180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一套 Demo 完成「看得见的数据源 + 读得懂的摘要 + 问得清的 AI」闭环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6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学讯聚合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56032" y="10789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01 痛点</a:t>
            </a: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56032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02 方案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256032" y="23957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03 架构</a:t>
            </a:r>
          </a:p>
        </p:txBody>
      </p:sp>
      <p:sp>
        <p:nvSpPr>
          <p:cNvPr id="7" name="Rectangle 6"/>
          <p:cNvSpPr/>
          <p:nvPr>
            <p:custDataLst>
              <p:tags r:id="rId4"/>
            </p:custDataLst>
          </p:nvPr>
        </p:nvSpPr>
        <p:spPr>
          <a:xfrm>
            <a:off x="137160" y="2980944"/>
            <a:ext cx="1645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256032" y="30540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04 亮点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256032" y="3712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05 演示</a:t>
            </a:r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256032" y="43708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06 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1148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架构：前后端分离，本地可离线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325880"/>
            <a:ext cx="932688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2377440" y="1508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前端</a:t>
            </a: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3977640" y="1554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HTML / CSS / JS</a:t>
            </a:r>
            <a:br/>
            <a:r>
              <a:t>三视图 + localStorage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2743200"/>
            <a:ext cx="932688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237744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后端</a:t>
            </a:r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3977640" y="2971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FastAPI + Uvicorn</a:t>
            </a:r>
            <a:br/>
            <a:r>
              <a:t>/chat · /summarize_batch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4160520"/>
            <a:ext cx="932688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2377440" y="4343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模型</a:t>
            </a:r>
          </a:p>
        </p:txBody>
      </p:sp>
      <p:sp>
        <p:nvSpPr>
          <p:cNvPr id="20" name="TextBox 19"/>
          <p:cNvSpPr txBox="1"/>
          <p:nvPr>
            <p:custDataLst>
              <p:tags r:id="rId13"/>
            </p:custDataLst>
          </p:nvPr>
        </p:nvSpPr>
        <p:spPr>
          <a:xfrm>
            <a:off x="3977640" y="4389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Qwen2-1.5B-Instruct</a:t>
            </a:r>
            <a:br/>
            <a:r>
              <a:t>本地优先加载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54406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单端口托管页面与 API，双击 bat 即可启动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6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学讯聚合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0789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01 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02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3957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03 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2980944"/>
            <a:ext cx="1645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30540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04 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712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05 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43708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06 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11480"/>
            <a:ext cx="97840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亮点</a:t>
            </a:r>
            <a:r>
              <a:rPr lang="zh-CN"/>
              <a:t>：功能与</a:t>
            </a:r>
            <a:r>
              <a:rPr lang="zh-CN"/>
              <a:t>视图</a:t>
            </a:r>
            <a:endParaRPr lang="zh-CN"/>
          </a:p>
        </p:txBody>
      </p:sp>
      <p:sp>
        <p:nvSpPr>
          <p:cNvPr id="12" name="Rectangle 11"/>
          <p:cNvSpPr/>
          <p:nvPr/>
        </p:nvSpPr>
        <p:spPr>
          <a:xfrm>
            <a:off x="2148840" y="1325880"/>
            <a:ext cx="22402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5087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类信息源模拟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1325880"/>
            <a:ext cx="22402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7375" y="1508760"/>
            <a:ext cx="245237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1.5B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本地 Qwen 推理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1325880"/>
            <a:ext cx="22402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15087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大功能视图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1325880"/>
            <a:ext cx="22402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5087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键启动演示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6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学讯聚合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0789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01 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02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3957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03 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2980944"/>
            <a:ext cx="1645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30540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04 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712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05 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43708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06 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1148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亮点：产品体验细节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325880"/>
            <a:ext cx="932688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435608"/>
            <a:ext cx="86868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▸ 来源 + 时间双维筛选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2075688"/>
            <a:ext cx="932688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18541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▸ 规则摘要 + Qwen 智能重写双模式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2825496"/>
            <a:ext cx="932688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93522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▸ 摘要短信 + 多轮对话上下文联动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3575304"/>
            <a:ext cx="932688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368503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▸ 数据源可增删改，刷新不丢失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4325112"/>
            <a:ext cx="932688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4434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▸ 模拟微信推送，一键生成学讯日报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6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学讯聚合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0789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01 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02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3957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03 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2980944"/>
            <a:ext cx="1645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30540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04 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712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05 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43708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06 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11480"/>
            <a:ext cx="97840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演示路径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600200"/>
            <a:ext cx="178308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2011680"/>
            <a:ext cx="1600200" cy="4603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1. 双击 启动演示.bat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59" y="1600200"/>
            <a:ext cx="17830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9" y="201168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2. 设置来源与时间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4999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78" y="1600200"/>
            <a:ext cx="17830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18" y="196723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3. 浏览五类数据源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8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397" y="1600200"/>
            <a:ext cx="17830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37" y="193421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4. AI 摘要 + 模拟推送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37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16" y="1600200"/>
            <a:ext cx="17830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56" y="201168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5. 对话提问验证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6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学讯聚合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0789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01 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02 方案</a:t>
            </a:r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256032" y="23957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03 架构</a:t>
            </a:r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137160" y="2980944"/>
            <a:ext cx="1645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256032" y="30540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04 亮点</a:t>
            </a: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256032" y="3712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05 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43708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06 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11480"/>
            <a:ext cx="97840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复盘：价值链条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325880"/>
            <a:ext cx="93268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50876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2D3EE"/>
                </a:solidFill>
                <a:latin typeface="微软雅黑" panose="020B0503020204020204" charset="-122"/>
              </a:defRPr>
            </a:pPr>
            <a:r>
              <a:t>分散通知  →  统一聚合  →  AI 精炼  →  定时触达  →  可问答复盘</a:t>
            </a:r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2331720" y="24231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• 课程演示可离线、可复现、可交互</a:t>
            </a:r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2331720" y="30175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• 后续可接真实抓取与公众号推送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2.64,&quot;left&quot;:10.8,&quot;top&quot;:84.96000000000001,&quot;width&quot;:878.4}"/>
</p:tagLst>
</file>

<file path=ppt/tags/tag2.xml><?xml version="1.0" encoding="utf-8"?>
<p:tagLst xmlns:p="http://schemas.openxmlformats.org/presentationml/2006/main">
  <p:tag name="KSO_WM_DIAGRAM_VIRTUALLY_FRAME" val="{&quot;height&quot;:332.64,&quot;left&quot;:10.8,&quot;top&quot;:84.96000000000001,&quot;width&quot;:878.4}"/>
</p:tagLst>
</file>

<file path=ppt/tags/tag3.xml><?xml version="1.0" encoding="utf-8"?>
<p:tagLst xmlns:p="http://schemas.openxmlformats.org/presentationml/2006/main">
  <p:tag name="KSO_WM_DIAGRAM_VIRTUALLY_FRAME" val="{&quot;height&quot;:332.64,&quot;left&quot;:10.8,&quot;top&quot;:84.96000000000001,&quot;width&quot;:878.4}"/>
</p:tagLst>
</file>

<file path=ppt/tags/tag4.xml><?xml version="1.0" encoding="utf-8"?>
<p:tagLst xmlns:p="http://schemas.openxmlformats.org/presentationml/2006/main">
  <p:tag name="KSO_WM_DIAGRAM_VIRTUALLY_FRAME" val="{&quot;height&quot;:332.64,&quot;left&quot;:10.8,&quot;top&quot;:84.96000000000001,&quot;width&quot;:878.4}"/>
</p:tagLst>
</file>

<file path=ppt/tags/tag5.xml><?xml version="1.0" encoding="utf-8"?>
<p:tagLst xmlns:p="http://schemas.openxmlformats.org/presentationml/2006/main">
  <p:tag name="KSO_WM_DIAGRAM_VIRTUALLY_FRAME" val="{&quot;height&quot;:332.64,&quot;left&quot;:10.8,&quot;top&quot;:84.96000000000001,&quot;width&quot;:878.4}"/>
</p:tagLst>
</file>

<file path=ppt/tags/tag6.xml><?xml version="1.0" encoding="utf-8"?>
<p:tagLst xmlns:p="http://schemas.openxmlformats.org/presentationml/2006/main">
  <p:tag name="KSO_WM_DIAGRAM_VIRTUALLY_FRAME" val="{&quot;height&quot;:332.64,&quot;left&quot;:10.8,&quot;top&quot;:84.96000000000001,&quot;width&quot;:878.4}"/>
</p:tagLst>
</file>

<file path=ppt/tags/tag7.xml><?xml version="1.0" encoding="utf-8"?>
<p:tagLst xmlns:p="http://schemas.openxmlformats.org/presentationml/2006/main">
  <p:tag name="KSO_WM_DIAGRAM_VIRTUALLY_FRAME" val="{&quot;height&quot;:332.64,&quot;left&quot;:10.8,&quot;top&quot;:84.96000000000001,&quot;width&quot;:878.4}"/>
</p:tagLst>
</file>

<file path=ppt/tags/tag8.xml><?xml version="1.0" encoding="utf-8"?>
<p:tagLst xmlns:p="http://schemas.openxmlformats.org/presentationml/2006/main">
  <p:tag name="KSO_WM_DIAGRAM_VIRTUALLY_FRAME" val="{&quot;height&quot;:332.64,&quot;left&quot;:10.8,&quot;top&quot;:84.96000000000001,&quot;width&quot;:878.4}"/>
</p:tagLst>
</file>

<file path=ppt/tags/tag9.xml><?xml version="1.0" encoding="utf-8"?>
<p:tagLst xmlns:p="http://schemas.openxmlformats.org/presentationml/2006/main">
  <p:tag name="KSO_WM_DIAGRAM_VIRTUALLY_FRAME" val="{&quot;height&quot;:332.64,&quot;left&quot;:10.8,&quot;top&quot;:84.96000000000001,&quot;width&quot;:878.4}"/>
</p:tagLst>
</file>

<file path=ppt/tags/tag10.xml><?xml version="1.0" encoding="utf-8"?>
<p:tagLst xmlns:p="http://schemas.openxmlformats.org/presentationml/2006/main">
  <p:tag name="KSO_WM_DIAGRAM_VIRTUALLY_FRAME" val="{&quot;height&quot;:332.64,&quot;left&quot;:10.8,&quot;top&quot;:84.96000000000001,&quot;width&quot;:878.4}"/>
</p:tagLst>
</file>

<file path=ppt/tags/tag11.xml><?xml version="1.0" encoding="utf-8"?>
<p:tagLst xmlns:p="http://schemas.openxmlformats.org/presentationml/2006/main">
  <p:tag name="KSO_WM_DIAGRAM_VIRTUALLY_FRAME" val="{&quot;height&quot;:332.64,&quot;left&quot;:10.8,&quot;top&quot;:84.96000000000001,&quot;width&quot;:878.4}"/>
</p:tagLst>
</file>

<file path=ppt/tags/tag12.xml><?xml version="1.0" encoding="utf-8"?>
<p:tagLst xmlns:p="http://schemas.openxmlformats.org/presentationml/2006/main">
  <p:tag name="KSO_WM_DIAGRAM_VIRTUALLY_FRAME" val="{&quot;height&quot;:332.64,&quot;left&quot;:10.8,&quot;top&quot;:84.96000000000001,&quot;width&quot;:878.4}"/>
</p:tagLst>
</file>

<file path=ppt/tags/tag13.xml><?xml version="1.0" encoding="utf-8"?>
<p:tagLst xmlns:p="http://schemas.openxmlformats.org/presentationml/2006/main">
  <p:tag name="KSO_WM_DIAGRAM_VIRTUALLY_FRAME" val="{&quot;height&quot;:332.64,&quot;left&quot;:10.8,&quot;top&quot;:84.96000000000001,&quot;width&quot;:878.4}"/>
</p:tagLst>
</file>

<file path=ppt/tags/tag14.xml><?xml version="1.0" encoding="utf-8"?>
<p:tagLst xmlns:p="http://schemas.openxmlformats.org/presentationml/2006/main">
  <p:tag name="KSO_WM_DIAGRAM_VIRTUALLY_FRAME" val="{&quot;height&quot;:132.48,&quot;left&quot;:10.8,&quot;top&quot;:188.64,&quot;width&quot;:943.2}"/>
</p:tagLst>
</file>

<file path=ppt/tags/tag15.xml><?xml version="1.0" encoding="utf-8"?>
<p:tagLst xmlns:p="http://schemas.openxmlformats.org/presentationml/2006/main">
  <p:tag name="KSO_WM_DIAGRAM_VIRTUALLY_FRAME" val="{&quot;height&quot;:132.48,&quot;left&quot;:10.8,&quot;top&quot;:188.64,&quot;width&quot;:943.2}"/>
</p:tagLst>
</file>

<file path=ppt/tags/tag16.xml><?xml version="1.0" encoding="utf-8"?>
<p:tagLst xmlns:p="http://schemas.openxmlformats.org/presentationml/2006/main">
  <p:tag name="KSO_WM_DIAGRAM_VIRTUALLY_FRAME" val="{&quot;height&quot;:132.48,&quot;left&quot;:10.8,&quot;top&quot;:188.64,&quot;width&quot;:943.2}"/>
</p:tagLst>
</file>

<file path=ppt/tags/tag17.xml><?xml version="1.0" encoding="utf-8"?>
<p:tagLst xmlns:p="http://schemas.openxmlformats.org/presentationml/2006/main">
  <p:tag name="KSO_WM_DIAGRAM_VIRTUALLY_FRAME" val="{&quot;height&quot;:132.48,&quot;left&quot;:10.8,&quot;top&quot;:188.64,&quot;width&quot;:943.2}"/>
</p:tagLst>
</file>

<file path=ppt/tags/tag18.xml><?xml version="1.0" encoding="utf-8"?>
<p:tagLst xmlns:p="http://schemas.openxmlformats.org/presentationml/2006/main">
  <p:tag name="KSO_WM_DIAGRAM_VIRTUALLY_FRAME" val="{&quot;height&quot;:132.48,&quot;left&quot;:10.8,&quot;top&quot;:188.64,&quot;width&quot;:943.2}"/>
</p:tagLst>
</file>

<file path=ppt/tags/tag19.xml><?xml version="1.0" encoding="utf-8"?>
<p:tagLst xmlns:p="http://schemas.openxmlformats.org/presentationml/2006/main">
  <p:tag name="KSO_WM_DIAGRAM_VIRTUALLY_FRAME" val="{&quot;height&quot;:132.48,&quot;left&quot;:10.8,&quot;top&quot;:188.64,&quot;width&quot;:943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</Words>
  <Application>WPS 演示</Application>
  <PresentationFormat>On-screen Show (4:3)</PresentationFormat>
  <Paragraphs>214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豫iaruc</cp:lastModifiedBy>
  <cp:revision>12</cp:revision>
  <dcterms:created xsi:type="dcterms:W3CDTF">2013-01-27T09:14:00Z</dcterms:created>
  <dcterms:modified xsi:type="dcterms:W3CDTF">2026-05-22T07:09:28Z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49B8AD5A008F4708AF9435AAEF8A5022_12</vt:lpwstr>
  </property>
  <property fmtid="{D5CDD505-2E9C-101B-9397-08002B2CF9AE}" pid="3" name="KSOProductBuildVer">
    <vt:lpwstr>2052-12.1.0.26375</vt:lpwstr>
  </property>
</Properties>
</file>